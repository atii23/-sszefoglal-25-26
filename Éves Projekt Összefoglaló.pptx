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4811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8820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893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608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2388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952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042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467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582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507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6192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9546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071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397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6043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8190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35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1E6B244-F22D-4E37-87F0-1015680911C8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F3C1A-9EEE-492E-B717-5C82FBA818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0907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BALUGAMING123/Weiss-20260220-Csumpi_Bo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BALUGAMING123/GIT-PORJECTS-NemtomVaounk/tree/ma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CEC4B2-7A5A-4C15-B0A6-FD3EB6A10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4404" y="2323825"/>
            <a:ext cx="6244135" cy="2210350"/>
          </a:xfrm>
        </p:spPr>
        <p:txBody>
          <a:bodyPr/>
          <a:lstStyle/>
          <a:p>
            <a:r>
              <a:rPr lang="hu-HU" b="1" dirty="0">
                <a:latin typeface="Consolas" panose="020B0609020204030204" pitchFamily="49" charset="0"/>
              </a:rPr>
              <a:t>Éves Projekt Összefoglaló</a:t>
            </a:r>
          </a:p>
        </p:txBody>
      </p:sp>
    </p:spTree>
    <p:extLst>
      <p:ext uri="{BB962C8B-B14F-4D97-AF65-F5344CB8AC3E}">
        <p14:creationId xmlns:p14="http://schemas.microsoft.com/office/powerpoint/2010/main" val="2277961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3EFD04-A652-4446-A061-4E3AC8AA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2025. Október 13.</a:t>
            </a:r>
            <a:br>
              <a:rPr lang="hu-HU" dirty="0"/>
            </a:br>
            <a:r>
              <a:rPr lang="hu-HU" dirty="0"/>
              <a:t>A félbemaradt projekt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CAD03D-5778-40A0-A2AA-7990FF5E7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alábbi projekt a II. világháború főbb erőit szándékozta bemutatni kisebb nagyobb sikerrel. A projekt félkész és hibás. A </a:t>
            </a:r>
            <a:r>
              <a:rPr lang="hu-HU" dirty="0" err="1"/>
              <a:t>Github-ra</a:t>
            </a:r>
            <a:r>
              <a:rPr lang="hu-HU" dirty="0"/>
              <a:t> történő feltöltés során több problémába is belefutottunk.</a:t>
            </a:r>
          </a:p>
          <a:p>
            <a:r>
              <a:rPr lang="hu-HU" dirty="0"/>
              <a:t>Készítők: Lepsényi Attila, Lipták Krisztián</a:t>
            </a:r>
          </a:p>
          <a:p>
            <a:r>
              <a:rPr lang="hu-HU" dirty="0"/>
              <a:t>Időtartam: 80 perc</a:t>
            </a:r>
          </a:p>
          <a:p>
            <a:r>
              <a:rPr lang="hu-HU" dirty="0"/>
              <a:t>Elérhetőség: Nincs, Archivált </a:t>
            </a:r>
            <a:r>
              <a:rPr lang="hu-HU" dirty="0" err="1"/>
              <a:t>Guthub</a:t>
            </a:r>
            <a:r>
              <a:rPr lang="hu-HU" dirty="0"/>
              <a:t> projekt</a:t>
            </a:r>
          </a:p>
          <a:p>
            <a:r>
              <a:rPr lang="hu-HU" dirty="0"/>
              <a:t>Értékelés: 2/10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276D07-761C-4D4B-AB94-8C7E252FD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497" y="3327576"/>
            <a:ext cx="3114716" cy="82308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7B8E472-ED6F-40CF-9746-4976FFB2B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640" y="4452120"/>
            <a:ext cx="4528553" cy="82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8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CB86B6-FF6A-42B1-8E54-12F05A26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2025. November 14.</a:t>
            </a:r>
            <a:br>
              <a:rPr lang="hu-HU" dirty="0"/>
            </a:br>
            <a:r>
              <a:rPr lang="hu-HU" dirty="0"/>
              <a:t>Az AI rettenet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1901E26-E652-4010-AA93-26A025AC2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Ebben a projektben megpróbáltuk az AI segítségét kisebb nagyobb sikerrel. Ennek a próbálkozásnak a végeredménye az lett hogy a rendelkezésre álló időnk teljesen elfogyott és nem tudtunk semmi értékeset felmutatni. Így a projektmunkával kapcsolatos</a:t>
            </a:r>
            <a:br>
              <a:rPr lang="hu-HU" dirty="0"/>
            </a:br>
            <a:r>
              <a:rPr lang="hu-HU" dirty="0"/>
              <a:t>projektünk befejezettlen maradt.</a:t>
            </a:r>
          </a:p>
          <a:p>
            <a:r>
              <a:rPr lang="hu-HU" dirty="0"/>
              <a:t>Készítők: Lepsényi Attila, Somfalvai Balázs</a:t>
            </a:r>
          </a:p>
          <a:p>
            <a:r>
              <a:rPr lang="hu-HU" dirty="0"/>
              <a:t>Időtartam: 90 perc</a:t>
            </a:r>
          </a:p>
          <a:p>
            <a:r>
              <a:rPr lang="hu-HU" dirty="0"/>
              <a:t>Elérhetőség: Nincs, Archivált projekt</a:t>
            </a:r>
          </a:p>
          <a:p>
            <a:r>
              <a:rPr lang="hu-HU" dirty="0"/>
              <a:t>Értékelés: 3/10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2C6A333-F96E-4196-BED6-2967D1C8A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418" y="3192037"/>
            <a:ext cx="1739990" cy="281026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955BFFA-6FF0-4831-B211-F7C11018B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278" y="4597167"/>
            <a:ext cx="1885246" cy="101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4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2E25D1-F641-4AF6-BD7F-09E712CA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2026. Február 16.</a:t>
            </a:r>
            <a:br>
              <a:rPr lang="hu-HU" dirty="0"/>
            </a:br>
            <a:r>
              <a:rPr lang="hu-HU" dirty="0" err="1"/>
              <a:t>Mindentocson</a:t>
            </a:r>
            <a:r>
              <a:rPr lang="hu-HU" dirty="0"/>
              <a:t>-KFT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7CE4B2-9E4C-4B27-BB72-A2C928F34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kollégával egy szakemberkereső weboldalt próbáltunk összerakni. Ennél a projektnél jóval több időnk volt mindent befejezni és ez meglátszik a végterméken is.</a:t>
            </a:r>
          </a:p>
          <a:p>
            <a:r>
              <a:rPr lang="hu-HU" dirty="0"/>
              <a:t>Készítők: Lepsényi Attila, Somfalvai Balázs</a:t>
            </a:r>
          </a:p>
          <a:p>
            <a:r>
              <a:rPr lang="hu-HU" dirty="0"/>
              <a:t>Időtartam: 2 hét</a:t>
            </a:r>
          </a:p>
          <a:p>
            <a:r>
              <a:rPr lang="hu-HU" dirty="0"/>
              <a:t>Elérhetőség: </a:t>
            </a:r>
            <a:r>
              <a:rPr lang="hu-HU" dirty="0" err="1"/>
              <a:t>Github</a:t>
            </a:r>
            <a:r>
              <a:rPr lang="hu-HU" dirty="0"/>
              <a:t> - </a:t>
            </a:r>
            <a:r>
              <a:rPr lang="hu-HU" dirty="0">
                <a:hlinkClick r:id="rId2"/>
              </a:rPr>
              <a:t>https://github.com/BALUGAMING123/Weiss-20260220-Csumpi_Boss</a:t>
            </a:r>
            <a:endParaRPr lang="hu-HU" dirty="0"/>
          </a:p>
          <a:p>
            <a:r>
              <a:rPr lang="hu-HU" dirty="0"/>
              <a:t>Értékelés: 8/10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5222534-B0DC-4C2E-815D-843A3F8C5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808" y="2751000"/>
            <a:ext cx="976661" cy="1649026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ED0E442-7293-4FCD-BF90-071671F8D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782" y="4657530"/>
            <a:ext cx="1747903" cy="105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51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D5366E-5DF6-42A1-AC17-92D12282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2026. Március 24.</a:t>
            </a:r>
            <a:br>
              <a:rPr lang="hu-HU" dirty="0"/>
            </a:br>
            <a:r>
              <a:rPr lang="hu-HU" dirty="0"/>
              <a:t>A JS őrület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A8A75D-98DA-4FE2-AE79-6571BC56A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Sajnálatos módon emellett a projekt mellett több projekttel is kellett foglalkoznunk egyszerre és emiatt ez a projekt kissé a háttérbe szorult. Ennek köszönhetően nem kaphatott magas értékelést.</a:t>
            </a:r>
          </a:p>
          <a:p>
            <a:r>
              <a:rPr lang="hu-HU" dirty="0"/>
              <a:t>Készítők: Lepsényi Attila, Somfalvai Balázs</a:t>
            </a:r>
          </a:p>
          <a:p>
            <a:r>
              <a:rPr lang="hu-HU" dirty="0"/>
              <a:t>Időtartam: 2 hét</a:t>
            </a:r>
          </a:p>
          <a:p>
            <a:r>
              <a:rPr lang="hu-HU" dirty="0"/>
              <a:t>Elérhetőség: </a:t>
            </a:r>
            <a:r>
              <a:rPr lang="hu-HU" dirty="0" err="1"/>
              <a:t>Github</a:t>
            </a:r>
            <a:r>
              <a:rPr lang="hu-HU" dirty="0"/>
              <a:t> - </a:t>
            </a:r>
            <a:r>
              <a:rPr lang="hu-HU" dirty="0">
                <a:hlinkClick r:id="rId2"/>
              </a:rPr>
              <a:t>https://github.com/BALUGAMING123/GIT-PORJECTS-NemtomVaounk/tree/main</a:t>
            </a:r>
            <a:endParaRPr lang="hu-HU" dirty="0"/>
          </a:p>
          <a:p>
            <a:r>
              <a:rPr lang="hu-HU" dirty="0"/>
              <a:t>Értékelés: 5/10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5A4C613-8F87-4DAB-BA04-B08DEA99C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515" y="3510601"/>
            <a:ext cx="1139173" cy="142632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4954F04-599F-4A81-9A70-3CAF577AE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124" y="5189705"/>
            <a:ext cx="1439375" cy="100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9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6CF99F-ACB1-450C-9F49-D4B69CBA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2026. Május 22.</a:t>
            </a:r>
            <a:br>
              <a:rPr lang="hu-HU" dirty="0"/>
            </a:br>
            <a:r>
              <a:rPr lang="hu-HU" dirty="0"/>
              <a:t>A 10/10-es projekt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B8924B-092D-4541-8BA0-73C4A3BED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fő projekt feladat a JavaScript tudásunk bemutatására szolgált, de én úgy döntöttem hogy egy régebbi, nagyobb projektemet tökéletesítem, és szerintem sikerrel jártam amikor befejeztem a Naprendszeres projektem.</a:t>
            </a:r>
          </a:p>
          <a:p>
            <a:r>
              <a:rPr lang="hu-HU" dirty="0"/>
              <a:t>Készítő: Lepsényi Attila</a:t>
            </a:r>
          </a:p>
          <a:p>
            <a:r>
              <a:rPr lang="hu-HU" dirty="0"/>
              <a:t>Időtartam: 7 hónap</a:t>
            </a:r>
          </a:p>
          <a:p>
            <a:r>
              <a:rPr lang="hu-HU" dirty="0"/>
              <a:t>Elérhetőség: Nincs, </a:t>
            </a:r>
            <a:r>
              <a:rPr lang="hu-HU" dirty="0" err="1"/>
              <a:t>Github</a:t>
            </a:r>
            <a:r>
              <a:rPr lang="hu-HU" dirty="0"/>
              <a:t> Privát projekt</a:t>
            </a:r>
          </a:p>
          <a:p>
            <a:r>
              <a:rPr lang="hu-HU" dirty="0"/>
              <a:t>Értékelés: 10/10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7022B1C-0B46-4DB3-85D0-60973620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39" y="3279887"/>
            <a:ext cx="2214828" cy="1556366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0EE9B0C-0096-4CCD-BE72-0C4FB7AAB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704" y="5172176"/>
            <a:ext cx="2237856" cy="1464963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FB3A28C-391D-4D9B-88F8-32E793F44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582" y="5004751"/>
            <a:ext cx="2129640" cy="140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192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</TotalTime>
  <Words>323</Words>
  <Application>Microsoft Office PowerPoint</Application>
  <PresentationFormat>Szélesvásznú</PresentationFormat>
  <Paragraphs>31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Consolas</vt:lpstr>
      <vt:lpstr>Wingdings 3</vt:lpstr>
      <vt:lpstr>Ion</vt:lpstr>
      <vt:lpstr>Éves Projekt Összefoglaló</vt:lpstr>
      <vt:lpstr>2025. Október 13. A félbemaradt projekt</vt:lpstr>
      <vt:lpstr>2025. November 14. Az AI rettenet</vt:lpstr>
      <vt:lpstr>2026. Február 16. Mindentocson-KFT</vt:lpstr>
      <vt:lpstr>2026. Március 24. A JS őrület </vt:lpstr>
      <vt:lpstr>2026. Május 22. A 10/10-es projekt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Éves Projekt Összefoglaló</dc:title>
  <dc:creator>Lepsényi Attila</dc:creator>
  <cp:lastModifiedBy>Lepsényi Attila</cp:lastModifiedBy>
  <cp:revision>7</cp:revision>
  <dcterms:created xsi:type="dcterms:W3CDTF">2026-09-07T11:48:02Z</dcterms:created>
  <dcterms:modified xsi:type="dcterms:W3CDTF">2026-09-07T12:40:33Z</dcterms:modified>
</cp:coreProperties>
</file>